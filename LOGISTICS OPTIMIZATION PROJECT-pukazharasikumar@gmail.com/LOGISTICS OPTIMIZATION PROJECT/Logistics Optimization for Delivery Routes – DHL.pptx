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E9F2-BD81-F62E-B939-013842B6E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FE258-C4B0-C969-214C-3C488A6DE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5C93-80F9-11A2-C065-A171EFA55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507D7-ED73-0DD8-D8E8-4B325184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ABB0-A76A-DFAD-8554-3E86D885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17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1985-DD1D-41F1-B680-28BBB9E0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95B8C-E235-BC8E-EC9E-A0F5F3539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2375D-F718-2596-A07A-F3036167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390D6-A8AF-660A-185C-88DB3960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D493C-561C-57B7-0BF1-CE0803F4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92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4F4C-E0B7-C6DF-2CB6-195898BA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5B59E-52FA-7C01-0C30-D92E31B99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DEBD9-B06E-D609-C24B-09E74959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860FD-D557-AC98-EF52-D22ABA08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058E9-F1F8-6D03-E653-DB116E0B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94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3458-667F-424A-3103-E031DEA1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52642-BB6A-B4C1-2DB6-49387EF37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47EF4-D1A8-D268-E290-F02EB7797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12CF1-BA40-E461-EE16-6051AF1C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2299D-8975-D96D-6402-1E85C9E8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64FE9-9848-E5CE-3B54-3803BB17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26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2E60B-BF91-AB65-EFFF-5883757B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52690-5472-B4C9-78B2-CFAC16D86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5FD32-682C-DBEE-B34E-ED3FEFF50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618C2-5640-4410-8A00-0BC913B56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B703AA-3B40-0E6A-F5C8-342446FAD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81910-EAF9-2BD8-CC54-93C5B448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C6E2A-586C-A036-1EA0-4FFB9FF5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01CC3-9D75-77EF-A2F2-1E9C220D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37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239A-EC65-0C2B-FC1A-6F72BA9A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19888-7EAA-336B-41D2-835CB97B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00826-EA12-B7BD-6C47-1CF05CD0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2B403-85E2-1C4A-FA95-1B1D8377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51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C9E265-EB8A-3665-F93A-02D9D9E0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01B0B-6016-C499-A278-3FA319E9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109D-9670-CF32-3E82-B3B8E445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99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3BB3-A0B9-34F4-0505-93E60306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69C8-D001-F2D9-AA59-32E47AD4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142E8-B682-6B5B-15A6-EC3916C7C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EB9CA-C029-CADF-C603-ACAA7AB8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4000F-6541-E588-A1A5-EF870896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6E024-2424-B12F-C635-3540F544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B025-F40F-B795-7AFB-F2FB32C0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18F75-4B36-BA81-2C4F-9F8E9A5CC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21C40-FE09-A03A-37AE-9CDFC337B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872C9-7B8F-F197-7FB5-2CCCF1F4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2EF12-7722-A683-A614-0FDC68B5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D7D2-D3D2-567A-7705-A4E61C37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49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FF2F-C635-347A-F8F4-8B76FF20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3B715-9FF6-927F-0FC9-13C0557FA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9EED7-D948-4EC3-C67F-0B6A1668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A84B5-604D-D33B-504B-AE150520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1F331-7DB5-C118-4D85-696ABB29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7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B34125-9258-9238-8E18-A506564C2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4A4E1-B3E5-7F89-B3A6-76706606B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0ADC7-0BE6-3A55-3A9D-4865AEE6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0203D-F4ED-BBB2-5F53-64003E29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4A6BA-E166-38D3-600A-F395A448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26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1D9F4-62B4-8AEE-9632-F3C385DE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B5A6-FC9B-BECD-1B2B-B59A3B9F4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44FCA-59F1-2037-843B-F2ACDF770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A942-841C-4548-AE09-67A88C6801B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E6099-6089-D03E-A673-B0675C277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347B-F3F9-7265-5D4B-71B06F4B6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0ADC3-DFDC-4D8A-9D4F-0DC97D8AE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01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1Fl_DWMs73VhSgLAVcfN7vnp9A7VTns7/view?usp=drive_lin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D520-DD61-3679-44AC-8B24E2E36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Logistics Optimization for Delivery Routes – DHL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0885B-829C-E268-77D5-1E9A0AD2FB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4000" b="1" dirty="0"/>
              <a:t>SQL for Data Analysis and Insights</a:t>
            </a:r>
          </a:p>
          <a:p>
            <a:r>
              <a:rPr lang="en-IN" sz="4000" b="1" dirty="0"/>
              <a:t>SUBMITTED BY </a:t>
            </a:r>
          </a:p>
          <a:p>
            <a:r>
              <a:rPr lang="en-IN" sz="4000" b="1" dirty="0"/>
              <a:t>PUKAZHARASI V</a:t>
            </a:r>
          </a:p>
          <a:p>
            <a:br>
              <a:rPr lang="en-IN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757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A87A-06DD-83C6-A089-1C8D534DD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VIDEO LINK: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75BA5-2178-F748-4350-DDA6BD9BC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               </a:t>
            </a:r>
            <a:r>
              <a:rPr lang="en-IN" dirty="0">
                <a:latin typeface="Arial Black" panose="020B0A04020102020204" pitchFamily="34" charset="0"/>
                <a:hlinkClick r:id="rId2"/>
              </a:rPr>
              <a:t>Logistics Optimization for Delivery Routes – DHL </a:t>
            </a:r>
            <a:endParaRPr lang="en-IN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21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6272-AE20-76A5-F542-18620359D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7811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latin typeface="Arial Black" panose="020B0A04020102020204" pitchFamily="34" charset="0"/>
              </a:rPr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4A6A4-7F2F-73FC-D605-C073E1080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354" y="1423555"/>
            <a:ext cx="10276609" cy="4499263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  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DHL delivers shipments through different routes, warehouses, and delivery agents.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Sometimes deliveries are delayed due to route issues, warehouse workload, or delivery agent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DHL logistics data using SQL to find delivery delays, measure route and warehouse performance, track shipment status, and evaluate delivery agent efficiency.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problems and provides suggestions to improve delivery performance and customer satisfaction.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9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C4EA-3B40-6FAC-0872-08D24ED8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>
                <a:latin typeface="Arial Black" panose="020B0A04020102020204" pitchFamily="34" charset="0"/>
              </a:rPr>
              <a:t>Objectives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04F17-0A22-4829-56D7-B82FB16B7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pPr marL="0" indent="0"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a Data Analyst, I analyzed DHL logistics data using SQL to identify           operational issues, measure performance, and provide actionable recommendations for improving delivery efficiency and overall logistics performance.</a:t>
            </a:r>
          </a:p>
          <a:p>
            <a:pPr marL="0" indent="0">
              <a:buNone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buFont typeface="Wingdings" panose="05000000000000000000" pitchFamily="2" charset="2"/>
              <a:buChar char="v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delay patterns and operational inefficiencies.  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IN" sz="2400"/>
              <a:t>Optimize hub and route combinations for improved transit times.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/>
              <a:t>Analyze agent- and warehouse-level performance.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61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7910-D868-8626-5F3F-C21C0D47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3" y="644236"/>
            <a:ext cx="10515600" cy="120534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DATASETS</a:t>
            </a:r>
            <a:endParaRPr lang="en-IN" sz="4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93822-81DD-C676-3A2B-81CC54385DDD}"/>
              </a:ext>
            </a:extLst>
          </p:cNvPr>
          <p:cNvSpPr txBox="1"/>
          <p:nvPr/>
        </p:nvSpPr>
        <p:spPr>
          <a:xfrm>
            <a:off x="852055" y="2067791"/>
            <a:ext cx="1042208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IN" sz="2400" dirty="0"/>
              <a:t>The DHL Logistics dataset contains five interconnected datasets that support logistics and delivery analysis.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200" b="1" dirty="0"/>
              <a:t>Orders</a:t>
            </a:r>
            <a:r>
              <a:rPr lang="en-IN" sz="2200" dirty="0"/>
              <a:t> – Stores customer order details, delivery type, payment mode, and assigned routes.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200" b="1" dirty="0"/>
              <a:t>Routes</a:t>
            </a:r>
            <a:r>
              <a:rPr lang="en-IN" sz="2200" dirty="0"/>
              <a:t> – Contains source and destination locations, distance, and average transit time.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200" b="1" dirty="0"/>
              <a:t>Warehouses</a:t>
            </a:r>
            <a:r>
              <a:rPr lang="en-IN" sz="2200" dirty="0"/>
              <a:t> – Includes warehouse locations, daily capacity, and management information.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200" b="1" dirty="0"/>
              <a:t>Delivery Agents</a:t>
            </a:r>
            <a:r>
              <a:rPr lang="en-IN" sz="2200" dirty="0"/>
              <a:t> – Provides agent details, experience, assigned zones, and customer ratings.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2200" b="1" dirty="0"/>
              <a:t>Shipment Tracking</a:t>
            </a:r>
            <a:r>
              <a:rPr lang="en-IN" sz="2200" dirty="0"/>
              <a:t> – Records pickup and delivery information, shipment status, delays, and customer feedback.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62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72A2-10EB-AD73-6F9B-A55FAA3D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Task 1: Data Cleaning &amp; Preparation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904EE-DD5B-60F4-D184-CAFC5ECFBC38}"/>
              </a:ext>
            </a:extLst>
          </p:cNvPr>
          <p:cNvSpPr txBox="1"/>
          <p:nvPr/>
        </p:nvSpPr>
        <p:spPr>
          <a:xfrm>
            <a:off x="1132609" y="1690688"/>
            <a:ext cx="9964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1.1Identify and delete duplicate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47F7E-B09C-9FB1-F66D-D7507D49570D}"/>
              </a:ext>
            </a:extLst>
          </p:cNvPr>
          <p:cNvSpPr txBox="1"/>
          <p:nvPr/>
        </p:nvSpPr>
        <p:spPr>
          <a:xfrm>
            <a:off x="1381991" y="2826327"/>
            <a:ext cx="985058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identify for duplicate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using group by and count()function .no duplicate values are found</a:t>
            </a:r>
          </a:p>
          <a:p>
            <a:r>
              <a:rPr lang="en-IN" sz="2000" dirty="0"/>
              <a:t>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734EE-95BC-9946-99A5-C9C1755333AF}"/>
              </a:ext>
            </a:extLst>
          </p:cNvPr>
          <p:cNvSpPr txBox="1"/>
          <p:nvPr/>
        </p:nvSpPr>
        <p:spPr>
          <a:xfrm>
            <a:off x="1132609" y="3965100"/>
            <a:ext cx="9964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1.2: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null or missing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in the Shipments Table with the average delay for that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91506-0E16-1ABF-B5B4-CD0DCDFA49F8}"/>
              </a:ext>
            </a:extLst>
          </p:cNvPr>
          <p:cNvSpPr txBox="1"/>
          <p:nvPr/>
        </p:nvSpPr>
        <p:spPr>
          <a:xfrm>
            <a:off x="1548245" y="5090348"/>
            <a:ext cx="9341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No NULL values were found in the </a:t>
            </a:r>
            <a:r>
              <a:rPr lang="en-US" sz="2400" dirty="0" err="1"/>
              <a:t>Delay_Hours</a:t>
            </a:r>
            <a:r>
              <a:rPr lang="en-US" sz="2400" dirty="0"/>
              <a:t> column ,so no replacement is </a:t>
            </a:r>
            <a:r>
              <a:rPr lang="en-US" sz="2400" dirty="0" err="1"/>
              <a:t>requried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3429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2B112C-B312-DB69-C2F5-1E130A3FD03B}"/>
              </a:ext>
            </a:extLst>
          </p:cNvPr>
          <p:cNvSpPr txBox="1"/>
          <p:nvPr/>
        </p:nvSpPr>
        <p:spPr>
          <a:xfrm>
            <a:off x="1091044" y="374073"/>
            <a:ext cx="1055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1.3: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all date columns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into YYYY-MM-DD HH:MM:SS format using SQL date functions.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4ACA7-1849-407A-658A-FD74E7938C3F}"/>
              </a:ext>
            </a:extLst>
          </p:cNvPr>
          <p:cNvSpPr txBox="1"/>
          <p:nvPr/>
        </p:nvSpPr>
        <p:spPr>
          <a:xfrm>
            <a:off x="1246909" y="1485900"/>
            <a:ext cx="10235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convert all date to UPDATE COMMAND and DATE_FORMAT(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'%Y-%m-%d %H:%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:%s’) function is used.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BE6040-5ED0-4BC1-841E-8962FE1A5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974" y="2868882"/>
            <a:ext cx="8655626" cy="1214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AD1260-798D-6ED9-9167-950A9087C665}"/>
              </a:ext>
            </a:extLst>
          </p:cNvPr>
          <p:cNvSpPr txBox="1"/>
          <p:nvPr/>
        </p:nvSpPr>
        <p:spPr>
          <a:xfrm>
            <a:off x="1246909" y="4478482"/>
            <a:ext cx="10338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1.4: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no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 before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(flag such records).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2D7C42-82A0-AC1E-9010-8ED31181A1A0}"/>
              </a:ext>
            </a:extLst>
          </p:cNvPr>
          <p:cNvSpPr txBox="1"/>
          <p:nvPr/>
        </p:nvSpPr>
        <p:spPr>
          <a:xfrm>
            <a:off x="1641764" y="5372100"/>
            <a:ext cx="98401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used  ALTER AND UPDATE COMMAND to ensure the date are valid or invalid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4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59F6B7-326D-B0B8-1A4A-6867844F2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9" y="502164"/>
            <a:ext cx="6837217" cy="1447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89422C-9FB5-36BB-2625-43A4A6DEF68C}"/>
              </a:ext>
            </a:extLst>
          </p:cNvPr>
          <p:cNvSpPr txBox="1"/>
          <p:nvPr/>
        </p:nvSpPr>
        <p:spPr>
          <a:xfrm>
            <a:off x="1007917" y="2452255"/>
            <a:ext cx="10390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1.5: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referential integrity between Orders, Routes, Warehouses, and Shipments.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8F6F4-E8A2-8773-0B38-EAE4BC1FD9A3}"/>
              </a:ext>
            </a:extLst>
          </p:cNvPr>
          <p:cNvSpPr txBox="1"/>
          <p:nvPr/>
        </p:nvSpPr>
        <p:spPr>
          <a:xfrm>
            <a:off x="1174173" y="3709555"/>
            <a:ext cx="10099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 was successfully validated, and no missing or invalid references were found between Orders, Routes, Warehouses, and Shipments tables</a:t>
            </a:r>
          </a:p>
        </p:txBody>
      </p:sp>
    </p:spTree>
    <p:extLst>
      <p:ext uri="{BB962C8B-B14F-4D97-AF65-F5344CB8AC3E}">
        <p14:creationId xmlns:p14="http://schemas.microsoft.com/office/powerpoint/2010/main" val="225576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3389-826E-FF79-A307-6D11C638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     Task 2: Delivery Delay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0A685B-DF4B-6713-80F5-6C9998B96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564" y="1825625"/>
            <a:ext cx="100583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74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9C64E9E-9996-1C15-B789-F9E6E4A866EB}"/>
              </a:ext>
            </a:extLst>
          </p:cNvPr>
          <p:cNvSpPr txBox="1"/>
          <p:nvPr/>
        </p:nvSpPr>
        <p:spPr>
          <a:xfrm>
            <a:off x="384464" y="426028"/>
            <a:ext cx="1055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93967-C9C8-3CDB-9256-E24002BCA5F8}"/>
              </a:ext>
            </a:extLst>
          </p:cNvPr>
          <p:cNvSpPr txBox="1"/>
          <p:nvPr/>
        </p:nvSpPr>
        <p:spPr>
          <a:xfrm>
            <a:off x="1091045" y="1072359"/>
            <a:ext cx="10193482" cy="2677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 that Some shipments have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delays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need the investigation of the route 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R004, R018, and R007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delays, so they need route improvement.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warehouses are delays because of workload and route issue.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and Standard deliveries have almost similar delay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times,so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both type need to be improvement.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6FBF2-E009-03D0-5D48-66719564C446}"/>
              </a:ext>
            </a:extLst>
          </p:cNvPr>
          <p:cNvSpPr txBox="1"/>
          <p:nvPr/>
        </p:nvSpPr>
        <p:spPr>
          <a:xfrm>
            <a:off x="384464" y="4104409"/>
            <a:ext cx="1090006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Recommendations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high-delay routes.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warehouse workload better.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delayed shipments regularly.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priority to Express deliveries.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9716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EE0C-8A68-8436-4F87-D884A7B1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Task 3: Route Optimization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5C72F-0E22-8782-A005-599FEE385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392" y="1569642"/>
            <a:ext cx="9237518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085ED6-4A1B-69D0-918B-E319AF89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18" y="602673"/>
            <a:ext cx="9237518" cy="563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78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DDC9-5AD7-38D6-8B28-6729545C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B637-FEAA-E872-92A8-E88A09820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582" y="1461943"/>
            <a:ext cx="10515600" cy="503093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</a:t>
            </a:r>
            <a:r>
              <a:rPr lang="en-IN" sz="2400" dirty="0"/>
              <a:t>Average transit time and delay were calculated for each route.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b="1" dirty="0"/>
              <a:t>R004 shows the highest average transit time (84 hours)</a:t>
            </a:r>
            <a:r>
              <a:rPr lang="en-IN" sz="2400" dirty="0"/>
              <a:t>, show  that slow movement compared to other routes.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Routes with high delay values require investigation for possible congestion, hub delays, or inefficient routing.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b="1" dirty="0"/>
              <a:t> R006,R015,R003 </a:t>
            </a:r>
            <a:r>
              <a:rPr lang="en-IN" sz="2400" dirty="0"/>
              <a:t>routes have the lowest distance covered per hour, this show that poor transportation efficiency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b="1" dirty="0"/>
              <a:t>High Delay Percentage Routes </a:t>
            </a:r>
            <a:r>
              <a:rPr lang="en-IN" sz="2400" dirty="0"/>
              <a:t>R008 – 36% R002 – 36% R007 – 35% R020 – 33%</a:t>
            </a:r>
          </a:p>
          <a:p>
            <a:pPr marL="0" indent="0">
              <a:buNone/>
            </a:pPr>
            <a:r>
              <a:rPr lang="en-IN" sz="2400" dirty="0"/>
              <a:t>    frequently exceed expected transit time and may affect customer satisfaction. </a:t>
            </a:r>
          </a:p>
          <a:p>
            <a:pPr marL="0" indent="0">
              <a:buNone/>
            </a:pPr>
            <a:r>
              <a:rPr lang="en-IN" sz="2400" dirty="0"/>
              <a:t> 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>
              <a:buFont typeface="Courier New" panose="02070309020205020404" pitchFamily="49" charset="0"/>
              <a:buChar char="o"/>
            </a:pPr>
            <a:endParaRPr lang="en-IN" sz="2400" dirty="0"/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146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6449-F886-0015-5A1A-B2C3F623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10067-8EDA-3E61-C4B1-AACBCC7C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527" y="1877578"/>
            <a:ext cx="10515600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high-performing hubs as alternative transfer points.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delay-prone hubs.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shipment volume between overloaded and underutilized hubs.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route data to select the fastest and most reliable hub combinations.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DHL should prioritize redesigning high-delay routes and low-efficiency hub connections to reduce transit time, improve delivery reliability, and lower operational costs.</a:t>
            </a:r>
          </a:p>
        </p:txBody>
      </p:sp>
    </p:spTree>
    <p:extLst>
      <p:ext uri="{BB962C8B-B14F-4D97-AF65-F5344CB8AC3E}">
        <p14:creationId xmlns:p14="http://schemas.microsoft.com/office/powerpoint/2010/main" val="862714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12E7-FAEA-C406-E462-0E67ACE0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Task 4: Warehouse Performance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EA2707-01DE-AF38-FAA7-60BA95B4A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918" y="1825625"/>
            <a:ext cx="101623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06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EF0B-F00A-9BFD-F863-19571970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KEY INSIGHTS &amp;RECOMMENDATION</a:t>
            </a:r>
            <a:endParaRPr lang="en-IN" sz="4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BFF62-634E-BAEE-2FDA-77D1E4D6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537" y="153468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performance analysis identified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hotspots and operational gaps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W004, W003, and W008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immediate improvement due to higher delays. Shipment workload balancing and better resource allocation can reduce warehouse-related delays. Monitoring warehouse KPIs helps DHL improve delivery reliability.</a:t>
            </a: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Recommendation:</a:t>
            </a: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DHL should optimize warehouse operations by improving processing speed, balancing shipment loads, and adopting KPI-based monitoring to increase on-time delivery performance.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147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D8FB-459D-579A-FC4F-037E2699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Task 5: Delivery Agent Performance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F63967-5ABB-4D39-9803-64F8FA205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7813"/>
            <a:ext cx="10165773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53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EDED5-7EDC-64B5-ACEC-8580451EC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415636"/>
            <a:ext cx="10317015" cy="58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66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2B38-A406-DBE7-DDD6-9E3C4A08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KEY INSIGHTS &amp;RECOMMENDATION</a:t>
            </a:r>
            <a:endParaRPr lang="en-IN" sz="4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15B54-B29C-80D3-C261-D589119A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627" y="1576244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agents require support to achieve the expected on-time delivery target.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ratings do not always better delivery performance.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workload distribution and route allocation can improve delivery success.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DHL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training programs for low-performing agents.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delivery workload among agents.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experienced agents to complex routes.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agent KPIs regularly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high-performing agents to encourage better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712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5EA0-27A3-C2AB-DB8E-496DB097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Task 6: Shipment Tracking Analytics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B7F89-B4D7-683E-1D70-3A6549E81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482" y="1485900"/>
            <a:ext cx="10151918" cy="476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10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61E6-8107-5553-CDEB-427578A8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KEY INSIGHTS &amp;RECOMMENDATION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73BF-602B-AA3D-95A7-2B7D1D540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336"/>
            <a:ext cx="10515600" cy="47326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shipments were delivered successfully.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and weather were the main causes of delays.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routes and warehouses showed higher delays than others.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delivery agents had lower on-time performance.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shipments experienced very high delays.</a:t>
            </a:r>
          </a:p>
          <a:p>
            <a:pPr marL="0" indent="0">
              <a:buNone/>
            </a:pPr>
            <a:r>
              <a:rPr lang="en-IN" b="1" dirty="0"/>
              <a:t>Recommendations</a:t>
            </a:r>
          </a:p>
          <a:p>
            <a:pPr lvl="2"/>
            <a:r>
              <a:rPr lang="en-IN" sz="2400" dirty="0"/>
              <a:t>Optimize high-delay routes. </a:t>
            </a:r>
          </a:p>
          <a:p>
            <a:pPr lvl="2"/>
            <a:r>
              <a:rPr lang="en-IN" sz="2400" dirty="0"/>
              <a:t>Use real-time traffic and weather monitoring. </a:t>
            </a:r>
          </a:p>
          <a:p>
            <a:pPr lvl="2"/>
            <a:r>
              <a:rPr lang="en-IN" sz="2400" dirty="0"/>
              <a:t>Balance warehouse workloads. </a:t>
            </a:r>
          </a:p>
          <a:p>
            <a:pPr lvl="2"/>
            <a:r>
              <a:rPr lang="en-IN" sz="2400" dirty="0"/>
              <a:t>Provide training for low-performing agents. </a:t>
            </a:r>
          </a:p>
          <a:p>
            <a:pPr lvl="2"/>
            <a:r>
              <a:rPr lang="en-IN" sz="2400" dirty="0"/>
              <a:t>Improve shipment tracking and monitoring.</a:t>
            </a:r>
          </a:p>
          <a:p>
            <a:pPr marL="914400" lvl="2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99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5885-F01F-B76A-9537-CBF7FADE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Task 7: Advanced KPI Reporting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CFA8A9-6E89-05FE-4DCA-883466469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9028"/>
            <a:ext cx="10030691" cy="481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71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C5DA-0D2F-4E5F-E2B6-AFD0723E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KEY INSIGHTS &amp;RECOMMENDATION</a:t>
            </a:r>
            <a:endParaRPr lang="en-IN" sz="4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5670-E80B-FB23-DDE2-C7B158BDA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26127"/>
            <a:ext cx="10872355" cy="5266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highest average delivery delay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hours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followed by Turkey and China. 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R002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average delay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hours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this show that need for route optimization. 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On-Time Delivery Rate was 6.8%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need to improve delivery performance. </a:t>
            </a:r>
          </a:p>
          <a:p>
            <a:pPr lvl="2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W010 and W005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the highest utilization levels, show that heavier workloads compared to other warehouses.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pPr lvl="2"/>
            <a:r>
              <a:rPr lang="en-IN" sz="1600" dirty="0"/>
              <a:t>I</a:t>
            </a:r>
            <a:r>
              <a:rPr lang="en-IN" dirty="0"/>
              <a:t>nvestigate operational issues in countries with higher delays, such as </a:t>
            </a:r>
            <a:r>
              <a:rPr lang="en-IN" b="1" dirty="0"/>
              <a:t>UAE, Turkey, and China</a:t>
            </a:r>
            <a:r>
              <a:rPr lang="en-IN" dirty="0"/>
              <a:t>. </a:t>
            </a:r>
          </a:p>
          <a:p>
            <a:pPr lvl="2"/>
            <a:r>
              <a:rPr lang="en-IN" dirty="0"/>
              <a:t>Improve delivery scheduling and route planning to increase on-time deliveries. </a:t>
            </a:r>
          </a:p>
          <a:p>
            <a:pPr lvl="2"/>
            <a:r>
              <a:rPr lang="en-IN" dirty="0"/>
              <a:t>Monitor highly utilized warehouses and balance workloads across facilities.</a:t>
            </a:r>
          </a:p>
          <a:p>
            <a:pPr marL="914400" lvl="2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310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0EDB-111B-37D6-F899-BF09EC84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OVERALL INSIGHTS:</a:t>
            </a:r>
            <a:endParaRPr lang="en-IN" sz="4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D2341-F978-4389-BCDA-028693D35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0791" cy="4351338"/>
          </a:xfrm>
        </p:spPr>
        <p:txBody>
          <a:bodyPr>
            <a:normAutofit/>
          </a:bodyPr>
          <a:lstStyle/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shipments were delivered successfully, but delays were observed routes and regions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R004, R018, and R007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Traffic, weather were the main causes of delivery delays. </a:t>
            </a:r>
          </a:p>
          <a:p>
            <a:pPr lvl="1"/>
            <a:r>
              <a:rPr lang="en-IN" b="1" dirty="0"/>
              <a:t>R004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routes showed high transit times, high delays, and low efficiency, indicating a need for route optimization.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W004, W003, and W008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warehouses higher delays and utilization levels, suggesting workload imbalance.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agent performance varied, with a few agents having lower on-time delivery rates.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tracking analysis show better performance most of delivered successfully.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842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62AC-DCFC-4564-BEF1-A043E75B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 Black" panose="020B0A04020102020204" pitchFamily="34" charset="0"/>
                <a:cs typeface="Times New Roman" panose="02020603050405020304" pitchFamily="18" charset="0"/>
              </a:rPr>
              <a:t>RECOMMENDATION:</a:t>
            </a:r>
            <a:endParaRPr lang="en-IN" sz="40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F4F12-8B2F-D516-2C57-DE071DF7B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high-delay routes to improve delivery efficiency.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real-time traffic and weather monitoring for better route planning.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workloads across warehouses and delivery agents.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training and support for low-performing agents.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shipment tracking and delay monitoring processes. 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monitor KPIs to identify issues and support data-driven decisions. 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88733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6E489-372D-C0E5-1D5C-2BA3C48BEE01}"/>
              </a:ext>
            </a:extLst>
          </p:cNvPr>
          <p:cNvSpPr txBox="1"/>
          <p:nvPr/>
        </p:nvSpPr>
        <p:spPr>
          <a:xfrm>
            <a:off x="2722418" y="2369127"/>
            <a:ext cx="79906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THANK YOU</a:t>
            </a:r>
            <a:endParaRPr lang="en-IN" sz="6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1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1307</Words>
  <Application>Microsoft Office PowerPoint</Application>
  <PresentationFormat>Widescreen</PresentationFormat>
  <Paragraphs>133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Calibri</vt:lpstr>
      <vt:lpstr>Calibri Light</vt:lpstr>
      <vt:lpstr>Courier New</vt:lpstr>
      <vt:lpstr>Times New Roman</vt:lpstr>
      <vt:lpstr>Wingdings</vt:lpstr>
      <vt:lpstr>Office Theme</vt:lpstr>
      <vt:lpstr>Logistics Optimization for Delivery Routes – DHL </vt:lpstr>
      <vt:lpstr>VIDEO LINK:</vt:lpstr>
      <vt:lpstr> Problem Statement </vt:lpstr>
      <vt:lpstr>  Objectives  </vt:lpstr>
      <vt:lpstr>DATASETS</vt:lpstr>
      <vt:lpstr>Task 1: Data Cleaning &amp; Preparation</vt:lpstr>
      <vt:lpstr>PowerPoint Presentation</vt:lpstr>
      <vt:lpstr>PowerPoint Presentation</vt:lpstr>
      <vt:lpstr>     Task 2: Delivery Delay Analysis</vt:lpstr>
      <vt:lpstr>PowerPoint Presentation</vt:lpstr>
      <vt:lpstr>Task 3: Route Optimization Insights</vt:lpstr>
      <vt:lpstr>PowerPoint Presentation</vt:lpstr>
      <vt:lpstr>KEY INSIGHT:</vt:lpstr>
      <vt:lpstr>Recommendation:</vt:lpstr>
      <vt:lpstr>Task 4: Warehouse Performance </vt:lpstr>
      <vt:lpstr>KEY INSIGHTS &amp;RECOMMENDATION</vt:lpstr>
      <vt:lpstr>Task 5: Delivery Agent Performance </vt:lpstr>
      <vt:lpstr>PowerPoint Presentation</vt:lpstr>
      <vt:lpstr>KEY INSIGHTS &amp;RECOMMENDATION</vt:lpstr>
      <vt:lpstr>Task 6: Shipment Tracking Analytics </vt:lpstr>
      <vt:lpstr>KEY INSIGHTS &amp;RECOMMENDATION</vt:lpstr>
      <vt:lpstr>Task 7: Advanced KPI Reporting </vt:lpstr>
      <vt:lpstr>KEY INSIGHTS &amp;RECOMMENDATION</vt:lpstr>
      <vt:lpstr>OVERALL INSIGHTS:</vt:lpstr>
      <vt:lpstr>RECOMMENDATION: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Pukazharasi Kumar</dc:creator>
  <cp:lastModifiedBy>Pukazharasi Kumar</cp:lastModifiedBy>
  <cp:revision>3</cp:revision>
  <dcterms:created xsi:type="dcterms:W3CDTF">2026-06-16T14:11:47Z</dcterms:created>
  <dcterms:modified xsi:type="dcterms:W3CDTF">2026-06-17T14:04:54Z</dcterms:modified>
</cp:coreProperties>
</file>